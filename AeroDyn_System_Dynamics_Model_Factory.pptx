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475D"/>
                </a:solidFill>
              </a:defRPr>
            </a:pPr>
            <a:r>
              <a:t>System Dynamics Model Factory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A4A4A"/>
                </a:solidFill>
              </a:defRPr>
            </a:pPr>
            <a:r>
              <a:t>AeroDyn Systems — Strategic options for lethal AI &amp; long-term business</a:t>
            </a:r>
            <a:br/>
            <a:r>
              <a:t>External System Modeling &amp; AI Task Force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475D"/>
                </a:solidFill>
              </a:defRPr>
            </a:pPr>
            <a:r>
              <a:t>What the board asked for — and the question we focus 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Not one giant model; a repeatable way to build small, focused models for different strategic questions, with as little friction as possible.</a:t>
            </a:r>
          </a:p>
          <a:p>
            <a:pPr>
              <a:spcAft>
                <a:spcPts val="800"/>
              </a:spcAft>
              <a:defRPr sz="1400"/>
            </a:pPr>
            <a:r>
              <a:t>Focus: What happens to our long-term business if we heavily invest in lethal AI? How do public opinion, regulation, and contracts interact over 5–10 years?</a:t>
            </a:r>
          </a:p>
          <a:p>
            <a:pPr>
              <a:spcAft>
                <a:spcPts val="800"/>
              </a:spcAft>
              <a:defRPr sz="1400"/>
            </a:pPr>
            <a:r>
              <a:t>Mechanism: Lethal AI visibility → backlash → regulation → reputation → contract pipeline. Scenarios: base, high investment, stronger backlash, diversification.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475D"/>
                </a:solidFill>
              </a:defRPr>
            </a:pPr>
            <a:r>
              <a:t>Reframing the question — from yes/no to conditions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Typical: “Should we invest in AI-controlled lethal weapons?” (yes/no) → doesn’t help explore when it pays off or backfires.</a:t>
            </a:r>
          </a:p>
          <a:p>
            <a:pPr>
              <a:spcAft>
                <a:spcPts val="800"/>
              </a:spcAft>
              <a:defRPr sz="1400"/>
            </a:pPr>
            <a:r>
              <a:t>Reframe: “Under what conditions does investing in lethal AI improve or harm our long-term position?”</a:t>
            </a:r>
          </a:p>
          <a:p>
            <a:pPr>
              <a:spcAft>
                <a:spcPts val="400"/>
              </a:spcAft>
              <a:defRPr sz="1200">
                <a:solidFill>
                  <a:srgbClr val="555555"/>
                </a:solidFill>
              </a:defRPr>
            </a:pPr>
            <a:r>
              <a:t>  → Mechanisms + levers (pace, diversification, transparency) + scenarios = strategic options, not a single number.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475D"/>
                </a:solidFill>
              </a:defRPr>
            </a:pPr>
            <a:r>
              <a:t>What you get: insight, speed, reliability — and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Insight: One question per model; see backlash, regulation, reputation, contracts over 5–10 years. Scenarios in minutes.</a:t>
            </a:r>
          </a:p>
          <a:p>
            <a:pPr>
              <a:spcAft>
                <a:spcPts val="800"/>
              </a:spcAft>
              <a:defRPr sz="1400"/>
            </a:pPr>
            <a:r>
              <a:t>Speed: Model Brief = contract (one page). New question → new model in hours to days. Same engine for all.</a:t>
            </a:r>
          </a:p>
          <a:p>
            <a:pPr>
              <a:spcAft>
                <a:spcPts val="800"/>
              </a:spcAft>
              <a:defRPr sz="1400"/>
            </a:pPr>
            <a:r>
              <a:t>Reliability: Explicit assumptions (stocks, flows, parameters); editable and auditable. No black box.</a:t>
            </a:r>
          </a:p>
          <a:p>
            <a:pPr>
              <a:spcAft>
                <a:spcPts val="800"/>
              </a:spcAft>
              <a:defRPr sz="1400"/>
            </a:pPr>
            <a:r>
              <a:t>Process: One question → one model. Building blocks reused. Scenarios, not point forecasts. Transparent and updatable.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475D"/>
                </a:solidFill>
              </a:defRPr>
            </a:pPr>
            <a:r>
              <a:t>Key mechanisms the model captures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Lethal AI visibility → Public/ethical backlash (reacts to visibility; decays with media cycle).</a:t>
            </a:r>
          </a:p>
          <a:p>
            <a:pPr>
              <a:spcAft>
                <a:spcPts val="800"/>
              </a:spcAft>
              <a:defRPr sz="1400"/>
            </a:pPr>
            <a:r>
              <a:t>Backlash → Regulatory pressure (export controls, certification); eases with policy cycle.</a:t>
            </a:r>
          </a:p>
          <a:p>
            <a:pPr>
              <a:spcAft>
                <a:spcPts val="800"/>
              </a:spcAft>
              <a:defRPr sz="1400"/>
            </a:pPr>
            <a:r>
              <a:t>Backlash erodes Reputation (license to operate); transparency/compliance recover it.</a:t>
            </a:r>
          </a:p>
          <a:p>
            <a:pPr>
              <a:spcAft>
                <a:spcPts val="800"/>
              </a:spcAft>
              <a:defRPr sz="1400"/>
            </a:pPr>
            <a:r>
              <a:t>Reputation builds Contract pipeline; delivery drains it; regulation constrains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475D"/>
                </a:solidFill>
              </a:defRPr>
            </a:pPr>
            <a:r>
              <a:t>Architecture &amp; what’s systematic vs human judgment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Repeatable: Single schema (stocks, flows, parameters); one engine builds ODEs and diagram from it. JSON in/out; GenAI can draft schema, human loads and validates.</a:t>
            </a:r>
          </a:p>
          <a:p>
            <a:pPr>
              <a:spcAft>
                <a:spcPts val="800"/>
              </a:spcAft>
              <a:defRPr sz="1400"/>
            </a:pPr>
            <a:r>
              <a:t>Systematic: Schema, simulation, diagram, import/export. Same inputs → same results.</a:t>
            </a:r>
          </a:p>
          <a:p>
            <a:pPr>
              <a:spcAft>
                <a:spcPts val="800"/>
              </a:spcAft>
              <a:defRPr sz="1400"/>
            </a:pPr>
            <a:r>
              <a:t>Human: What to include/exclude, how to interpret conflicting info, time horizon, parameter choices, reinterpretation of the question (e.g. yes/no → under what conditions).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475D"/>
                </a:solidFill>
              </a:defRPr>
            </a:pPr>
            <a:r>
              <a:t>Trade-offs &amp; what we don’t promise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Simplicity over realism: small, explainable models; add another model for another question. GenAI assists; humans validate; provenance visible.</a:t>
            </a:r>
          </a:p>
          <a:p>
            <a:pPr>
              <a:spcAft>
                <a:spcPts val="800"/>
              </a:spcAft>
              <a:defRPr sz="1400"/>
            </a:pPr>
            <a:r>
              <a:t>No calibration on hard data yet: scenario-based exploration; assumptions documented.</a:t>
            </a:r>
          </a:p>
          <a:p>
            <a:pPr>
              <a:spcAft>
                <a:spcPts val="800"/>
              </a:spcAft>
              <a:defRPr sz="1400"/>
            </a:pPr>
            <a:r>
              <a:t>No perfect predictions; no single right answer. Models help you reason and compare options; choices (scope, interpretation, horizon) stay with you.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475D"/>
                </a:solidFill>
              </a:defRPr>
            </a:pPr>
            <a:r>
              <a:t>Demo &amp; bottom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15-min demo: Pick question → load model (stocks, flows, loops) → change params or scenario → run → see “So what?” interpretation. Just the picture and the numbers.</a:t>
            </a:r>
          </a:p>
          <a:p>
            <a:pPr>
              <a:spcAft>
                <a:spcPts val="800"/>
              </a:spcAft>
              <a:defRPr sz="1400"/>
            </a:pPr>
            <a:r>
              <a:t>Bottom line: Credible, repeatable way to turn strategic questions into simple system-dynamics models the board can understand. Same approach for the next question — a library of small models, human choices explicit.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475D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A4A4A"/>
                </a:solidFill>
              </a:defRPr>
            </a:pPr>
            <a:r>
              <a:t>Questions — and we can run a live demo anytime.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